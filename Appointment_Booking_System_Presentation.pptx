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Appointment Booking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Title</a:t>
            </a:r>
          </a:p>
          <a:p>
            <a:r>
              <a:t>Student: __________</a:t>
            </a:r>
          </a:p>
          <a:p>
            <a:r>
              <a:t>Guide: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appointment booking is slow.</a:t>
            </a:r>
          </a:p>
          <a:p>
            <a:r>
              <a:t>• Double bookings occur.</a:t>
            </a:r>
          </a:p>
          <a:p>
            <a:r>
              <a:t>• No instant confirmation.</a:t>
            </a:r>
          </a:p>
          <a:p>
            <a:r>
              <a:t>• Difficult to manage schedules.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/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Registration/Login</a:t>
            </a:r>
          </a:p>
          <a:p>
            <a:r>
              <a:t>• View available slots</a:t>
            </a:r>
          </a:p>
          <a:p>
            <a:r>
              <a:t>• Book/Cancel appointments</a:t>
            </a:r>
          </a:p>
          <a:p>
            <a:r>
              <a:t>• Admin manages doctors &amp; slots</a:t>
            </a:r>
          </a:p>
          <a:p>
            <a:r>
              <a:t>• Database stores appointment details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/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online booking</a:t>
            </a:r>
          </a:p>
          <a:p>
            <a:r>
              <a:t>• Reduced waiting time</a:t>
            </a:r>
          </a:p>
          <a:p>
            <a:r>
              <a:t>• Avoids duplicate bookings</a:t>
            </a:r>
          </a:p>
          <a:p>
            <a:r>
              <a:t>• Easy appointment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Appointment Booking System simplifies scheduling, improves efficiency, reduces paperwork, and provides a user-friendly online booking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